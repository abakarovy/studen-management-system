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3716000" cx="24384000"/>
  <p:notesSz cx="13716000" cy="24384000"/>
  <p:embeddedFontLst>
    <p:embeddedFont>
      <p:font typeface="Geist"/>
      <p:regular r:id="rId17"/>
      <p:bold r:id="rId18"/>
    </p:embeddedFont>
    <p:embeddedFont>
      <p:font typeface="Unbounde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nbounde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Geist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Unbounded-regular.fntdata"/><Relationship Id="rId6" Type="http://schemas.openxmlformats.org/officeDocument/2006/relationships/slide" Target="slides/slide2.xml"/><Relationship Id="rId18" Type="http://schemas.openxmlformats.org/officeDocument/2006/relationships/font" Target="fonts/Geis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62200" y="-3975100"/>
            <a:ext cx="23037800" cy="230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016000" y="12395200"/>
            <a:ext cx="10617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59300" y="5384800"/>
            <a:ext cx="1523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0725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Unbounded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Дипломная работа на тему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121400" y="6324600"/>
            <a:ext cx="12110720" cy="1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ist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Создание информационной системы учета студентов группы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ctangle 1" id="21" name="Google Shape;2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46500" y="10693400"/>
            <a:ext cx="7061200" cy="24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16675100" y="11125200"/>
            <a:ext cx="66370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Выполнил: Абакаров Магомед Абакарович ИСИП 4 к. 1 гр.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699000" y="812800"/>
            <a:ext cx="1501902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МИНИСТЕРСТВО НАУКИ И ВЫСШЕГО ОБРАЗОВАНИЯ РФ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Федеральное государственное бюджетное образовательное учреждение высшего образования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«ДАГЕСТАНСКИЙ ГОСУДАРСТВЕННЫЙ УНИВЕРСИТЕТ»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КОЛЛЕДЖ 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0" name="Google Shape;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838200" y="3848100"/>
            <a:ext cx="1452372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Современное общество быстро информатизируется во всех сферах, и высшее образование не является исключением. Цифровая трансформация учебных заведений требует перехода от традиционного бумажного учета к автоматизированным информационным системам. Особенно остро эта потребность проявляется на уровне учебного процесса — в академической группе, где сосредоточены оперативные данные об успеваемости, посещаемости и личных достижениях студентов. Поэтому возникает потребность в специализированном программном инструменте, рассчитанном на конкретный контекст использования. Разработка информационной системы учета студентов группы (ИСУСГ) является актуальной научно-практической задачей.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12800" y="812800"/>
            <a:ext cx="1890522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Актуальность темы исследования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1" id="33" name="Google Shape;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1400" y="6388100"/>
            <a:ext cx="7289800" cy="65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"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0" name="Google Shape;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1" name="Google Shape;4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0" y="1930400"/>
            <a:ext cx="20327620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625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Анализ существующих решений и обоснование разработки собственной системы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715000" y="8026400"/>
            <a:ext cx="1644142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 современной практике образовательных организаций Российской Федерации для автоматизации процессов учета студентов и управления учебным процессом используется разнообразное программное обеспечение. Существующие решения включают как комплексные автоматизированные системы управления учебным заведением, охватывающие широкий спектр функций, так и специализированные приложения для локальных задач, таких как ведение журнала успеваемости или расписания занятий.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1016000" y="12395200"/>
            <a:ext cx="10617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12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812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Функциональные требования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12800" y="5194300"/>
            <a:ext cx="527812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Возможность ведения централизованного учета студентов учебной группы, изменений статуса обучающихся, мониторинг посещаемости и успеваемости, формирование документации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654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654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Масштабируемость системы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654800" y="5194300"/>
            <a:ext cx="52781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Позволяет увеличивать количество пользователей и объем данных без снижения производительности и стабильности работы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2496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2496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Требования к эксплуатации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2496800" y="5194300"/>
            <a:ext cx="527812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Условия, необходимые для повседневной работы с системой, а также требования к обеспечению ее бесперебойной работы со стороны обслуживающего персонала и конечных пользователей.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8338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8338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Требования к разработке и сопровождению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8338800" y="5194300"/>
            <a:ext cx="527812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Процессы создания, документирования, тестирования и последующего развития системы.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12800" y="812800"/>
            <a:ext cx="2280412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625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Формирование требований к проектируемой системе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0"/>
            <a:ext cx="180594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812800" y="4419600"/>
            <a:ext cx="7225453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Помимо формальных требований и функциональных характеристик, проектирование информационной системы учета студентов группы должно учитывать организационные и эксплуатационные аспекты, которые влияют на эффективность ее работы в реальной образовательной среде.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812800" y="812800"/>
            <a:ext cx="11729720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625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Дополнительные аспекты внедрения и эксплуатации системы учета студентов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6400" y="0"/>
            <a:ext cx="214376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812800" y="812800"/>
            <a:ext cx="15019020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625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Выбор технологического стека и обоснование архитектуры системы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812800" y="4203700"/>
            <a:ext cx="1448562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Выбор технологического стека для проектируемой информационной системы учета студентов группы является ключевым этапом проектирования, определяющим как функциональные возможности системы, так и ее надежность, масштабируемость и удобство эксплуатации. При выборе технологий учитывались требования к веб-ориентированности, многопользовательскому доступу, скорости обработки данных и возможности интеграции с другими системами образовательной организации. Основным принципом является использование современных, стабильных и поддерживаемых технологий, обеспечивающих долговечность и эффективность системы в условиях реальной эксплуатации.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" id="87" name="Google Shape;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" id="88" name="Google Shape;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7200" y="812800"/>
            <a:ext cx="11684000" cy="76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11887200" y="9105900"/>
            <a:ext cx="117297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Рисунок 1. Схема базы данных.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11887200" y="9740900"/>
            <a:ext cx="1172972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Реляционная модель подходит для учета студентов, поскольку позволяет формализовать объекты учебного процесса и их атрибуты: персональные данные, академическую успеваемость, посещаемость, статус студента и историю изменений.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12800" y="812800"/>
            <a:ext cx="1226312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Проектирование базы данных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12800" y="3784600"/>
            <a:ext cx="1112012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Проектирование базы данных является одним из ключевых этапов разработки информационной системы учета студентов группы. От правильной структуры базы данных зависит эффективность хранения, обработки и доступа к информации, а также надежность и масштабируемость всей системы. В отечественных источниках подчеркивается, что проектирование базы данных должно учитывать предметную область, тип данных, требования к целостности и безопасности, а также возможности аналитической обработки информации.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" id="98" name="Google Shape;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9" name="Google Shape;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0909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12196229" y="812800"/>
            <a:ext cx="10650220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625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Проектирование функциональных модулей системы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12196229" y="3479800"/>
            <a:ext cx="1065022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Проектирование функциональных модулей информационной системы учета студентов группы является важным этапом разработки, обеспечивающим структурированное распределение задач между компонентами системы и упрощение процесса последующей реализации и тестирования. Каждый модуль отвечает за выполнение определенного набора функций, обеспечивая разделение ответственности и упрощая управление сложной системой.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" id="107" name="Google Shape;1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08" name="Google Shape;1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0"/>
            <a:ext cx="180594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812800" y="5575300"/>
            <a:ext cx="72254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Интерфейс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812800" y="6210300"/>
            <a:ext cx="7225453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Фронтенд-часть информационной системы реализована на базе фреймворка Vue.js и представляет собой интерактивное веб-приложение с модульной компонентной архитектурой. Интерфейс системы разделен на несколько ключевых страниц, каждая из которых решает определенные задачи в рамках учета студентов группы.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812800" y="812800"/>
            <a:ext cx="7221220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625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Реализация и тестирование ключевых компонентов системы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3"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04600" y="2349500"/>
            <a:ext cx="11976100" cy="831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cbook Air M2 Silver 1"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31400" y="2349500"/>
            <a:ext cx="14452600" cy="90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"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20" name="Google Shape;1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2687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15786100" y="7505700"/>
            <a:ext cx="7225453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Все страницы адаптированы для работы на различных устройствах и обеспечивают интуитивно понятное взаимодействие с данными через современный и минималистичный дизайн.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4" id="122" name="Google Shape;12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2349500"/>
            <a:ext cx="119380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cbook Air M2 Silver 1" id="123" name="Google Shape;1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349500"/>
            <a:ext cx="14271873" cy="90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15786100" y="2349500"/>
            <a:ext cx="7221220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625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Реализация и тестирование ключевых компонентов системы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"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812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12800" y="54991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Подготовка пользователей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812800" y="6667500"/>
            <a:ext cx="5278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Преподаватели, административный персонал и студенты.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6654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6654800" y="5499100"/>
            <a:ext cx="5278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Адаптация существующих процессов учета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6654800" y="7200900"/>
            <a:ext cx="527812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Пересмотр форм документов, процедуры ведения журналов и обработка информации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2496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2496800" y="5499100"/>
            <a:ext cx="527812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Интеграции системы с другими информационными ресурсами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2496800" y="7734300"/>
            <a:ext cx="527812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Соединение с системами электронного обучения, библиотечными ресурсами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18338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18338800" y="5499100"/>
            <a:ext cx="5278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Обеспечение безопасности и защиты персональных данных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18338800" y="7200900"/>
            <a:ext cx="527812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Разграничение прав доступа, аутентификация и авторизация пользователей, защита данных от несанкционированного изменения, соответствие с законами РФ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812800" y="812800"/>
            <a:ext cx="2280412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45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Рекомендации по внедрению и использованию системы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"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50" name="Google Shape;1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96800" y="0"/>
            <a:ext cx="118872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/>
          <p:nvPr/>
        </p:nvSpPr>
        <p:spPr>
          <a:xfrm>
            <a:off x="812800" y="812800"/>
            <a:ext cx="1501902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6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Unbounded"/>
              <a:buNone/>
            </a:pPr>
            <a:r>
              <a:rPr b="1" i="0" lang="en-US" sz="12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Спасибо за внимание!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12800" y="10947400"/>
            <a:ext cx="66370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Выполнил: Абакаров Магомед Абакарович ИСИП 4 к. 1 гр.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